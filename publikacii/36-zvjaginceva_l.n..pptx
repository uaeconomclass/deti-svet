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6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33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29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91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62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1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43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997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54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38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03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7420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351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6540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831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46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754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CBFDC-FF0A-4816-BEE6-CEFB1160BF18}" type="datetimeFigureOut">
              <a:rPr lang="ru-RU" smtClean="0"/>
              <a:pPr/>
              <a:t>16.06.2018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669101-F7D0-40EE-9F88-3C9DF5674A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22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-1963882"/>
            <a:ext cx="7766936" cy="6014718"/>
          </a:xfrm>
        </p:spPr>
        <p:txBody>
          <a:bodyPr/>
          <a:lstStyle/>
          <a:p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Название </a:t>
            </a: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работы: </a:t>
            </a:r>
            <a:b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Презентация:</a:t>
            </a:r>
            <a:b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«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Модели педагогической поддержки семьям, воспитывающим детей с ОВЗ»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b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ФИО </a:t>
            </a: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автора: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Звягинцева Людмила Николаевна</a:t>
            </a: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Должность автора: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педагог-психолог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Место работы: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МКДОУ «Детский сад №12»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Название учреждения и город: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Муниципальное казённое дошкольное образовательное учреждение «Детский сад №12» село Надежда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50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406400"/>
            <a:ext cx="9944704" cy="3846286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педагогической поддержки семьям, воспитывающим детей с ОВЗ.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3585029"/>
            <a:ext cx="9494762" cy="2989942"/>
          </a:xfrm>
        </p:spPr>
        <p:txBody>
          <a:bodyPr>
            <a:normAutofit/>
          </a:bodyPr>
          <a:lstStyle/>
          <a:p>
            <a:endParaRPr lang="ru-RU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Педагог-психолог</a:t>
            </a:r>
          </a:p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Звягинцева Людмила Николаевна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27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304799"/>
            <a:ext cx="10455123" cy="1857829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Цели и задачи ППС родителей, воспитывающих детей с ОВЗ.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677334" y="2162627"/>
            <a:ext cx="10455122" cy="387873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AutoNum type="arabicPeriod"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Своевременное информирование об особенностях развития психики ребёнка; </a:t>
            </a:r>
          </a:p>
          <a:p>
            <a:pPr>
              <a:buClr>
                <a:schemeClr val="tx1"/>
              </a:buClr>
              <a:buAutoNum type="arabicPeriod"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уровня актуального развития; </a:t>
            </a:r>
          </a:p>
          <a:p>
            <a:pPr>
              <a:buClr>
                <a:schemeClr val="tx1"/>
              </a:buClr>
              <a:buAutoNum type="arabicPeriod"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необходимости специальных коррекционных занятий, проводимых целенаправленно и систематически.</a:t>
            </a:r>
          </a:p>
          <a:p>
            <a:pPr>
              <a:buClr>
                <a:schemeClr val="tx1"/>
              </a:buClr>
              <a:buAutoNum type="arabicPeriod"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активной позиции, в вопросах воспитания, обучения и продуктивных форм взаимодействия со своими детьми.</a:t>
            </a:r>
            <a:endParaRPr lang="ru-RU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65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93076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tx1"/>
                </a:solidFill>
              </a:rPr>
              <a:t>Принципы психолого-педагогического сопровождения.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723697"/>
            <a:ext cx="8596668" cy="358402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800" dirty="0" smtClean="0"/>
              <a:t>   </a:t>
            </a: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Соблюдение морально этических норм;</a:t>
            </a:r>
          </a:p>
          <a:p>
            <a:pPr>
              <a:buNone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- Индивидуально- ориентированный подход к каждой семье;</a:t>
            </a:r>
          </a:p>
          <a:p>
            <a:pPr>
              <a:buNone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- Конфиденциальность;</a:t>
            </a:r>
          </a:p>
          <a:p>
            <a:pPr>
              <a:buNone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- Равноправное партнерство с семьей;</a:t>
            </a:r>
          </a:p>
          <a:p>
            <a:pPr>
              <a:buNone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- Комплексный подход;</a:t>
            </a:r>
          </a:p>
          <a:p>
            <a:pPr>
              <a:buNone/>
            </a:pP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- Адекватность педагогического результата; </a:t>
            </a:r>
            <a:endParaRPr lang="ru-RU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82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94291"/>
            <a:ext cx="8596668" cy="977462"/>
          </a:xfrm>
        </p:spPr>
        <p:txBody>
          <a:bodyPr>
            <a:normAutofit/>
          </a:bodyPr>
          <a:lstStyle/>
          <a:p>
            <a:pPr algn="ctr"/>
            <a:r>
              <a:rPr lang="ru-RU" sz="2800" dirty="0" smtClean="0">
                <a:solidFill>
                  <a:schemeClr val="tx1"/>
                </a:solidFill>
              </a:rPr>
              <a:t>Алгоритм психолого-педагогической работы с семьей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34815"/>
            <a:ext cx="8596668" cy="4393323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1.Установление контакта, работа на преодоление барьеров психологической защиты, мотивирование на сотрудничество. </a:t>
            </a:r>
          </a:p>
          <a:p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2. Исследование семьи: сбор информации, изучение потребностей родителей и ребенка, выявление основных проблем и скрытых ресурсов семьи. </a:t>
            </a:r>
          </a:p>
          <a:p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3. Разработка программы (маршрутного листа) оказания психолого-педагогической помощи, с учетом результатов углубленной диагностики. </a:t>
            </a:r>
          </a:p>
          <a:p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4. Работа специалистов по оказанию ППС семье, направленной на активизацию социальной позиции родителей, восстановление и расширение социальных связей, поиск внутренних возможностей и ресурсов семьи. </a:t>
            </a:r>
          </a:p>
          <a:p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5. Анализ эффективности психолого-педагогического сопровождения и коррекция программы(маршрутного листа).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07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09904"/>
            <a:ext cx="8596668" cy="1030013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>
                <a:solidFill>
                  <a:schemeClr val="tx1"/>
                </a:solidFill>
              </a:rPr>
              <a:t>ПМПК</a:t>
            </a:r>
            <a:endParaRPr lang="ru-RU" sz="60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92469"/>
            <a:ext cx="8596668" cy="4939862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1. Изучает рекомендации ПМПК;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2. Проводит углубленную диагностику;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3. Направляет на дополнительное углубленное обследование; 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4.Составляет программу (маршрутный лист) психолого-педагогического сопровождения семьи;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5. Распределяет обязанности специалистов , обеспечивающих психолого-педагогическое сопровождение семьи. </a:t>
            </a:r>
            <a:endParaRPr lang="ru-RU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64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Медицинский блок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318335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Обеспечивает медицинскую помощь, обследование и поддержку в соответствии с диагнозом ребенка с ОВЗ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94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Педагогический Блок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18593"/>
            <a:ext cx="8596668" cy="4422769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Реализует рекомендации ПМПК;</a:t>
            </a:r>
          </a:p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Информирует родителей о направлениях коррекционной работы;</a:t>
            </a:r>
          </a:p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Повышает психолого-педагогическую компетенцию семьи по развитию, воспитанию, обучению и социализации ребенка с ОВЗ; </a:t>
            </a:r>
          </a:p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Оказывает необходимую практическую помощь ребенку и семье; </a:t>
            </a:r>
          </a:p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Способствует реализации внутренних ресурсов семьи;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68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78069"/>
            <a:ext cx="8596668" cy="1008993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Социальный блок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692167"/>
            <a:ext cx="9118307" cy="4099033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   Повышает социальный статус семьи; 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   Способствует социализации семьи, воспитывающей ребенка с ОВЗ, в обществе;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   Расширяет социальные контакты семьи; 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   Снижает эмоциональную напряженность в семье (возможность гордиться своим ребенком – положительный эмоциональный аспект взаимоотношений);</a:t>
            </a:r>
            <a:endParaRPr lang="ru-RU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79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876569" cy="13208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tx1"/>
                </a:solidFill>
              </a:rPr>
              <a:t>Формы работы психолого-педагогического сопровождения семьи(педагогический блок)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 Консультирования индивидуальные и </a:t>
            </a:r>
            <a:r>
              <a:rPr lang="ru-RU" sz="28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подгупповые</a:t>
            </a:r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 Диагностика, опрос, анкетирование.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 Индивидуальные и подгрупповые занятия.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  Тренинг</a:t>
            </a:r>
          </a:p>
          <a:p>
            <a:r>
              <a:rPr lang="ru-RU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 Родительские и детские объединения по интересам.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098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724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ВЫВОД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45325"/>
            <a:ext cx="8596668" cy="469603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Таким образом . Психолого-педагогическое сопровождение семьи, воспитывающей ребенка с ОВЗ – это деятельность направленная на актуализацию коррекционных ресурсов семьи, обеспечивающих эффективность ее функционирования, особенно в период кризисов, связанных с воспитанием и развитием ребенка с ОВЗ, что позволяет создать соответствующие </a:t>
            </a:r>
            <a:r>
              <a:rPr lang="ru-RU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коррекционно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– развивающее пространство, формировать и реализовывать адекватные потребностям ребенка стратегию воспитания, базирующуюся на конструктивных родительских установках и позициях по отношению к нему.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28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774438" cy="2090057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5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7" y="2256071"/>
            <a:ext cx="7300686" cy="4231814"/>
          </a:xfrm>
        </p:spPr>
      </p:pic>
    </p:spTree>
    <p:extLst>
      <p:ext uri="{BB962C8B-B14F-4D97-AF65-F5344CB8AC3E}">
        <p14:creationId xmlns:p14="http://schemas.microsoft.com/office/powerpoint/2010/main" val="388551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126</TotalTime>
  <Words>473</Words>
  <Application>Microsoft Office PowerPoint</Application>
  <PresentationFormat>Широкоэкранный</PresentationFormat>
  <Paragraphs>54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Аспект</vt:lpstr>
      <vt:lpstr>Название работы:  Презентация:  «Модели педагогической поддержки семьям, воспитывающим детей с ОВЗ»  ФИО автора: Звягинцева Людмила Николаевна Должность автора: педагог-психолог Место работы: МКДОУ «Детский сад №12» Название учреждения и город: Муниципальное казённое дошкольное образовательное учреждение «Детский сад №12» село Надежда   </vt:lpstr>
      <vt:lpstr>Модели педагогической поддержки семьям, воспитывающим детей с ОВЗ.</vt:lpstr>
      <vt:lpstr>Цели и задачи ППС родителей, воспитывающих детей с ОВЗ.</vt:lpstr>
      <vt:lpstr>Принципы психолого-педагогического сопровождения.</vt:lpstr>
      <vt:lpstr>Алгоритм психолого-педагогической работы с семьей</vt:lpstr>
      <vt:lpstr>ПМПК</vt:lpstr>
      <vt:lpstr>Медицинский блок</vt:lpstr>
      <vt:lpstr>Педагогический Блок</vt:lpstr>
      <vt:lpstr>Социальный блок</vt:lpstr>
      <vt:lpstr>Формы работы психолого-педагогического сопровождения семьи(педагогический блок)</vt:lpstr>
      <vt:lpstr>ВЫВОД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 педагогической поддержки семьям, воспитывающим детей с ОВЗ.</dc:title>
  <dc:creator>Елена</dc:creator>
  <cp:lastModifiedBy>User</cp:lastModifiedBy>
  <cp:revision>24</cp:revision>
  <dcterms:created xsi:type="dcterms:W3CDTF">2018-02-08T09:51:30Z</dcterms:created>
  <dcterms:modified xsi:type="dcterms:W3CDTF">2018-06-16T19:44:54Z</dcterms:modified>
</cp:coreProperties>
</file>