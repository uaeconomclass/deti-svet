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1" r:id="rId6"/>
    <p:sldId id="266" r:id="rId7"/>
    <p:sldId id="263" r:id="rId8"/>
    <p:sldId id="265" r:id="rId9"/>
    <p:sldId id="267" r:id="rId10"/>
    <p:sldId id="271" r:id="rId11"/>
    <p:sldId id="270" r:id="rId12"/>
    <p:sldId id="269" r:id="rId13"/>
    <p:sldId id="275" r:id="rId14"/>
    <p:sldId id="274" r:id="rId15"/>
    <p:sldId id="273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524E2-1DBD-4897-B67B-D9D96B13A2A4}" type="datetimeFigureOut">
              <a:rPr lang="ru-RU" smtClean="0"/>
              <a:pPr/>
              <a:t>15.04.2018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47E36-0120-4549-9DFE-76D135E23A6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7000852"/>
          </a:xfrm>
          <a:prstGeom prst="rect">
            <a:avLst/>
          </a:prstGeom>
          <a:noFill/>
        </p:spPr>
      </p:pic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1071538" y="1071546"/>
            <a:ext cx="3357586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Проект по теме: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4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«Космос-это интересно!»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(старшая группа)</a:t>
            </a:r>
            <a:endParaRPr kumimoji="0" lang="ru-RU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86380" y="4714884"/>
            <a:ext cx="300039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Подготовила: воспитатель МБДОУ ЦРР детский сад №7 «Солнышко»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Алексеева Маргарита Викторовна.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429816" cy="6858000"/>
          </a:xfrm>
          <a:prstGeom prst="rect">
            <a:avLst/>
          </a:prstGeom>
          <a:noFill/>
        </p:spPr>
      </p:pic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1357290" y="1500173"/>
            <a:ext cx="378621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20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Вид проекта: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информационный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групповой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20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Продолжительность проекта:</a:t>
            </a:r>
            <a:endParaRPr kumimoji="0" lang="ru-RU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краткосрочный (1 апреля – 12 апреля 2018 г.)</a:t>
            </a:r>
            <a:endParaRPr kumimoji="0" lang="ru-RU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428728" y="1571612"/>
            <a:ext cx="35004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Участники проекта: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дети старшей группы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воспитатели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родители воспитанников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000100" y="1826806"/>
            <a:ext cx="3357586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Образовательные области: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познавательное развитие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речевое развитие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художественно-эстетическое развитие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социально-коммуникативное развитие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500034" y="285728"/>
            <a:ext cx="5429288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Актуальность проекта: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Загадки Вселенной будоражат воображение всегда, с раннего детства до старости. Солнце, Луна, звезды – это одновременно так близко, и в то же время так далеко. Проведенный опрос детей показал, что 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знания детей о космосе, первом человеке, полетевшем в космос, о существовании праздника в России - День космонавтики поверхностные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Как поддержать интерес ребенка к неизведанному? С помощью каких методов можно заинтересовать ребенка, помочь ему добывать новую, интересную информацию про космос? Считаю, что метод проекта позволит детям усвоить сложный материал через совместный поиск решения проблемы.  В основе данного проекта лежит жажда дошкольников к познанию, стремление к открытиям, любознательность, потребность в умственных впечатлениях.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500034" y="785794"/>
            <a:ext cx="4357718" cy="280076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Цель проекта: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формирование  у  детей старшего дошкольного возраста представлений о космическом пространстве, освоении космоса, о планетах.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рассказать детям о профессии 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«</a:t>
            </a: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космонавт</a:t>
            </a:r>
            <a:r>
              <a:rPr kumimoji="0" lang="ru-RU" sz="1600" b="0" i="1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развитие любознательности и расширение кругозора;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уточнять представления о планетах, звездах;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928662" y="357166"/>
            <a:ext cx="414340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Задачи проекта: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сформировать у детей представления о том, что Вселенная – это множество звёзд, планет и небесных тел.  Наша планета называется Земля. Познакомить детей с освоением человеком космического пространства, рассказать о значении космических исследований для жизни людей на Земле. Познакомить с первым лётчиком-космонавтом Ю.А. Гагариным.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развивать любознательность и познавательную активность, расширить и активизировать словарный запас детей;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привлечь родителей к совместному творчеству.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1071538" y="642918"/>
            <a:ext cx="378621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Прогнозируемый результат: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 детей сформируются начальные представления о космосе, космонавтах, Вселенной, планете Земля.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расширится словарный запас детей, дети смогут активно использовать новые слова в речи.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 детей появится желание добывать новые знания, воспитывать в себе новые качества характера.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родители смогут проявить себя в совместном с детьми творчестве.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928662" y="1214422"/>
            <a:ext cx="35719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</a:t>
            </a: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Предварительная работа: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подбор иллюстративного материала по теме;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подбор методической литературы, художественной литературы для чтения, загадок по теме, аудиозаписей.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подготовка  картин, фото, плакатов;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подбор дидактических игр, подвижных игр, сюжетно – ролевых игр.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1071538" y="1571612"/>
            <a:ext cx="3429024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Работа с родителями: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ознакомление родителей с целями и задачами проекта;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информация : «Беседы о космосе. Что интересно дошкольникам»;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привлечение родителей к изготовлению совместно с детьми поделок и рисунков на тему Космос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500034" y="285728"/>
            <a:ext cx="5000660" cy="50167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softEdge rad="63500"/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sng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Практический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sng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 Беседы с детьми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 «первый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космонавт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 «планеты солнечной системы»;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 «наша вселенная»;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 «кто такие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космонавты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 «герои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космоса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беседа – рассуждение «Что я могу увидеть в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космосе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?»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 «Первый полет в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космос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»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 Чтение художественной </a:t>
            </a:r>
            <a:r>
              <a:rPr kumimoji="0" lang="ru-RU" sz="1600" b="0" i="0" u="sng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литературы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загадки о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космосе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чтение энциклопедической информации;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sng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чтение стихотворений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А. Хайт «По порядку все планеты …»; «На луне жил звездочет»; Р. Алдонина «Комета»; Г. Сапгир «Раскинув свой огнистый хвост…»; О. Ахметова «В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космосе так здорово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!»;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Н. Носов «Незнайка на луне»;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 Рассматривание иллюстраций в энциклопедии.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1500166" y="1981142"/>
            <a:ext cx="2643206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Организация продуктивной деятельности детей по теме «Космос».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 descr="C:\Users\Пользователь\Desktop\космос\P80411-161411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636" y="2071678"/>
            <a:ext cx="2495544" cy="1643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Рисунок 7" descr="C:\Users\Пользователь\Desktop\космос\P80413-094720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0562" y="4143380"/>
            <a:ext cx="3071834" cy="18573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9144000" cy="6858000"/>
          </a:xfrm>
          <a:prstGeom prst="rect">
            <a:avLst/>
          </a:prstGeom>
          <a:noFill/>
        </p:spPr>
      </p:pic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1071538" y="1571612"/>
            <a:ext cx="342902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357290" y="1857365"/>
            <a:ext cx="3143272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Проведение викторины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«Космос. Вселенная. Наша планета»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 descr="C:\Users\Пользователь\Desktop\космос\P80413-091711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2066" y="214290"/>
            <a:ext cx="3709986" cy="27146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Рисунок 7" descr="C:\Users\Пользователь\Desktop\космос\P80413-094948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71604" y="2786058"/>
            <a:ext cx="3924300" cy="29425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Рисунок 8" descr="C:\Users\Пользователь\Desktop\космос\P80413-101129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57818" y="4429132"/>
            <a:ext cx="3590925" cy="2276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1071538" y="1571612"/>
            <a:ext cx="342902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1285852" y="1928802"/>
            <a:ext cx="285752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Использование блоков 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Дьенеша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 изготовлении космической ракеты по образцу.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 descr="C:\Users\Пользователь\Desktop\космос\P80413-101752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500042"/>
            <a:ext cx="3633784" cy="24288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Рисунок 7" descr="C:\Users\Пользователь\Desktop\космос\P80413-101815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3504" y="3429000"/>
            <a:ext cx="3348032" cy="26710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002.radikal.ru/i199/1002/e7/df6ecfa0789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1071538" y="1142984"/>
            <a:ext cx="342902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1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1000100" y="500042"/>
            <a:ext cx="3643338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sz="16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Литература: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Г.Юрмин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А.Дитрих.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Потомучка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Веселая энциклопедия.- Москва, 1999.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Калашников В. О звездах и планетах.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Космос. Детская энциклопедия. -Москва, 2000.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Леонов А. Я выхожу в космос.- Москва,1985.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Левитан Е.П. Малышам о звездах и планетах.- Москва,1981.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Почемучка. Под ред. А.Алексина.- Москва, 1992.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Скоролупова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О.А. Покорение космоса. – 2-е изд., Москва, 2007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396</Words>
  <Application>Microsoft Office PowerPoint</Application>
  <PresentationFormat>Экран (4:3)</PresentationFormat>
  <Paragraphs>73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 Windows</dc:creator>
  <cp:lastModifiedBy>Пользователь Windows</cp:lastModifiedBy>
  <cp:revision>10</cp:revision>
  <dcterms:created xsi:type="dcterms:W3CDTF">2018-04-14T19:32:19Z</dcterms:created>
  <dcterms:modified xsi:type="dcterms:W3CDTF">2018-04-15T06:21:26Z</dcterms:modified>
</cp:coreProperties>
</file>