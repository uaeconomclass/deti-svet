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6" r:id="rId7"/>
    <p:sldId id="268" r:id="rId8"/>
    <p:sldId id="269" r:id="rId9"/>
    <p:sldId id="271" r:id="rId10"/>
    <p:sldId id="27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>
        <p:scale>
          <a:sx n="100" d="100"/>
          <a:sy n="100" d="100"/>
        </p:scale>
        <p:origin x="27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1F589-A8AB-EE1F-8EC1-44A7D96B5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26E11B-8D88-2D82-2CDB-BFE7A5D0D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90B08-9391-F6C7-3E4C-016492E6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C029B6-D921-FD5A-23CE-72B70DFD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B5E547-2E94-A08C-DDED-5E6D9678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3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26DAF-F231-DCC3-426E-FA4944FA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91F89-55B3-50FB-C234-0313D462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D401AB-5B2B-BE2C-590D-5972CCFD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CEE3D5-DB51-6592-B64D-CBFCF3833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10B2B1-88CF-3C1D-98AD-1728C4D9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03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07098-12D0-2415-FFB4-2FB32DEE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718B16-175B-BB3A-A4D2-9BE940A8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3B2FB-B369-7573-A16C-FD1EF26D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61DD6C-39CC-ED7F-6709-91D6A832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3DB0B2-8486-935B-9543-E069DFBB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222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CF39B-A529-F1B4-AFF9-FC8926DB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148D1-4093-AB83-514A-05F1CB2C4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EA3A6A-E0CF-72F7-4E8E-F7C0E6631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92351C-6AC8-CC22-0B48-25EF34EB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56EA3E-7BA5-E5C9-DDD2-F349B08C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7D678E-CAF9-129B-669D-F50ACA97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2E746-9F94-714F-23AA-53232A512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4F0F6C-A1BE-42C9-8BBA-66FE81089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693262-EAB6-E6A5-D94F-CE4489F15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F1EC8BA-975D-F38B-A5E5-99355D3F7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479331-3048-59EF-9714-8A81FAE4F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D3D88E4-A561-A7BD-7D43-33F71E61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37D804-5CA5-BE3B-057A-A347699B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D3A11A-BA57-5ED8-EFB2-4D37D600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7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ADF6B-BCB4-A43F-25E4-10EBC5A1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4554CC4-1448-F0A0-3F8C-464C7B2F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991EFB-79F5-B65E-3CDA-2223B191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6B0C59-B705-A78C-9B35-EED136AD0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60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140D70-49F7-1FE0-6AD8-E54EB69A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8D29CF-C385-22E2-24FD-8234580DF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014424-6F9E-3B08-0A08-F49C24CC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344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81D63-279F-CA19-B6A4-57810522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639BB2-80C6-ECE2-190A-F8B62B17A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80DD6D-CCDF-553E-D994-EEDB54679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66D0FF-16A7-B564-A14B-812B6DC5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CC1B4-9DCF-9AF5-DAEA-59CFC436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E0929E-5B5A-3E37-2CE0-D78A0D95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18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6DA88-EB39-F896-DD82-4D54469B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E249B1-3E2F-38A3-CC01-91DBF956D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AE84AE-6B4F-F908-36BA-E03D36025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D20BEF-2859-DC04-C8FB-D759204E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69C5B5-0924-3CDF-D140-BB6FA88D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E22A84-BD6D-07B8-F2FF-4B748607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E7D5A-B281-8E0B-EF49-D4DA0579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F1689A-40C7-3198-A527-91866FD0F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08681B-4DAC-9FAF-9D78-4EEED260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A5B618-AE13-73E9-289B-65ACD0D9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488435-BE61-7C8B-0F26-2A978C71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84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D41185-94AF-AC75-5088-A1DC966EB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E11E6A-71AA-2AAC-ED2F-2C31C81C1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225746-B1EF-1C25-6D59-361AE22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764B2D-0615-292C-7751-58DBF638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C44568-8949-C46C-FE81-479B4986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08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91DE3D-9DEF-D625-8764-C1B0BCF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C6D97F-A7E2-2981-8D86-EDCD4BAA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51C629-471C-E6FF-B4ED-C3E5F76DA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54EE4-3692-4722-812C-68E5396A75B2}" type="datetimeFigureOut">
              <a:rPr lang="ru-RU" smtClean="0"/>
              <a:t>05.02.2023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21902-1372-56DE-7253-35CA0F753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F4A6A7-DAF1-7340-E4E2-E6053FE4B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53942-F972-454E-9472-4781D49354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7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8830B1-D239-84DA-453F-AD67C7316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0"/>
            <a:ext cx="1127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3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FBA3BA-AB9B-08FA-B3EB-2C677053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0"/>
            <a:ext cx="1066800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5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AB56F6-9B2A-0C3B-7DFC-AC8416B1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"/>
            <a:ext cx="10696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2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53380E-7327-8C83-91CE-88A334CD3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6675"/>
            <a:ext cx="10487025" cy="679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1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65A434-67A6-859D-FB63-EA60EFBAF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1" y="0"/>
            <a:ext cx="9686924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9387B6-D4E2-35A2-A65C-83C76D3C0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0"/>
            <a:ext cx="10439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5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153B36-D524-3973-805E-F0504324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00025"/>
            <a:ext cx="1064895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03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0BDD22-B15C-D143-223E-66A435824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123825"/>
            <a:ext cx="9953625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01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DD03DE-9771-E674-694E-03B9A40B6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19075"/>
            <a:ext cx="111252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90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A0F3AA-0DE3-09D6-CEAF-2A30500C1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1" y="409574"/>
            <a:ext cx="102679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642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Нинель</dc:creator>
  <cp:lastModifiedBy>Нинель</cp:lastModifiedBy>
  <cp:revision>1</cp:revision>
  <dcterms:created xsi:type="dcterms:W3CDTF">2023-02-05T05:50:19Z</dcterms:created>
  <dcterms:modified xsi:type="dcterms:W3CDTF">2023-02-05T06:06:37Z</dcterms:modified>
</cp:coreProperties>
</file>