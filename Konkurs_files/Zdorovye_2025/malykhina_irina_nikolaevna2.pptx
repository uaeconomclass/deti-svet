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410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75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56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96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489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38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9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655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975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28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5997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2357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6599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594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659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95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60597-1E24-4220-AB9E-E6D9055F597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CFB8E76-B040-4ECC-90CC-4931B4392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19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058C45A-5489-4CFE-98A3-E124177AC309}"/>
              </a:ext>
            </a:extLst>
          </p:cNvPr>
          <p:cNvSpPr/>
          <p:nvPr/>
        </p:nvSpPr>
        <p:spPr>
          <a:xfrm>
            <a:off x="3048000" y="1109455"/>
            <a:ext cx="6096000" cy="405431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</a:rPr>
              <a:t>Муниципальное автономное дошкольное образовательное учреждение города Новосибирска «Детский сад № 373 «Скворушка»</a:t>
            </a:r>
            <a:endParaRPr lang="ru-RU" dirty="0"/>
          </a:p>
          <a:p>
            <a:pPr algn="ctr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</a:rPr>
              <a:t> </a:t>
            </a:r>
            <a:endParaRPr lang="ru-RU" dirty="0"/>
          </a:p>
          <a:p>
            <a:pPr algn="ctr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</a:rPr>
              <a:t> </a:t>
            </a:r>
            <a:endParaRPr lang="ru-RU" dirty="0"/>
          </a:p>
          <a:p>
            <a:pPr algn="ctr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</a:rPr>
              <a:t> </a:t>
            </a:r>
            <a:endParaRPr lang="ru-RU" dirty="0"/>
          </a:p>
          <a:p>
            <a:pPr algn="ctr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</a:rPr>
              <a:t> </a:t>
            </a:r>
            <a:endParaRPr lang="ru-RU" dirty="0"/>
          </a:p>
          <a:p>
            <a:pPr algn="ctr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</a:rPr>
              <a:t> </a:t>
            </a:r>
            <a:endParaRPr lang="ru-RU" dirty="0"/>
          </a:p>
          <a:p>
            <a:pPr algn="ctr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</a:rPr>
              <a:t> </a:t>
            </a:r>
            <a:endParaRPr lang="ru-RU" dirty="0"/>
          </a:p>
          <a:p>
            <a:pPr algn="ctr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</a:rPr>
              <a:t> </a:t>
            </a:r>
            <a:endParaRPr lang="ru-RU" dirty="0"/>
          </a:p>
          <a:p>
            <a:pPr algn="ctr">
              <a:spcAft>
                <a:spcPts val="0"/>
              </a:spcAft>
            </a:pPr>
            <a:endParaRPr lang="ru-RU" dirty="0"/>
          </a:p>
          <a:p>
            <a:pPr algn="ctr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</a:rPr>
              <a:t> </a:t>
            </a:r>
            <a:endParaRPr lang="ru-RU" dirty="0"/>
          </a:p>
          <a:p>
            <a:pPr algn="ctr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</a:rPr>
              <a:t> </a:t>
            </a:r>
            <a:endParaRPr lang="ru-RU" dirty="0"/>
          </a:p>
          <a:p>
            <a:pPr algn="ctr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</a:rPr>
              <a:t> </a:t>
            </a:r>
            <a:endParaRPr lang="ru-RU" dirty="0"/>
          </a:p>
          <a:p>
            <a:pPr algn="ctr">
              <a:spcAft>
                <a:spcPts val="0"/>
              </a:spcAft>
            </a:pPr>
            <a:r>
              <a:rPr lang="ru-RU" sz="1400" b="1" dirty="0">
                <a:latin typeface="Times New Roman" panose="02020603050405020304" pitchFamily="18" charset="0"/>
              </a:rPr>
              <a:t> </a:t>
            </a:r>
            <a:endParaRPr lang="ru-RU" dirty="0"/>
          </a:p>
          <a:p>
            <a:pPr algn="ctr">
              <a:spcAft>
                <a:spcPts val="0"/>
              </a:spcAft>
            </a:pPr>
            <a:r>
              <a:rPr lang="ru-RU" sz="1400" b="1" dirty="0">
                <a:latin typeface="Times New Roman" panose="02020603050405020304" pitchFamily="18" charset="0"/>
              </a:rPr>
              <a:t>Картотека межполушарных дорожек</a:t>
            </a:r>
            <a:endParaRPr lang="ru-RU" dirty="0"/>
          </a:p>
          <a:p>
            <a:pPr marL="46990" algn="ctr">
              <a:lnSpc>
                <a:spcPct val="107000"/>
              </a:lnSpc>
              <a:spcAft>
                <a:spcPts val="0"/>
              </a:spcAft>
              <a:tabLst>
                <a:tab pos="3393440" algn="l"/>
              </a:tabLs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подготовила воспитатель Малыхина Ирина Николаевна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990" algn="ctr">
              <a:lnSpc>
                <a:spcPct val="107000"/>
              </a:lnSpc>
              <a:spcAft>
                <a:spcPts val="0"/>
              </a:spcAft>
              <a:tabLst>
                <a:tab pos="3393440" algn="l"/>
              </a:tabLst>
            </a:pPr>
            <a:r>
              <a:rPr lang="ru-RU" sz="28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70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FD17D2-51C9-4642-9188-4B8CBDFB2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8100"/>
            <a:ext cx="91440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342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D2B982-B9FB-44BD-8F28-F26A5BD86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011" y="0"/>
            <a:ext cx="81179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63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82FBC0-D059-45F4-9570-CEAC70816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833" y="0"/>
            <a:ext cx="3912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91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57C1D5-D32B-495E-A19E-35DA0E130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0962"/>
            <a:ext cx="9144000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219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BAAC1C-A794-4092-B0CC-AF7221813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3350"/>
            <a:ext cx="914400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33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CE3A56-A021-4F56-833A-AB88B97EF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898525"/>
            <a:ext cx="6857999" cy="506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13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B61BED-243B-4B82-88FC-2897CC11E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95250"/>
            <a:ext cx="91440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60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B27E82-4021-40FE-B4BE-F291980E7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312" y="0"/>
            <a:ext cx="93873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45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07F5B1-4FF9-435C-840C-67CA6EB0C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4287"/>
            <a:ext cx="914400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060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183B20-D23C-4AD2-8F11-355F03F0F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2862"/>
            <a:ext cx="9144000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00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384ED-4180-4CA3-B714-176F52105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680" y="0"/>
            <a:ext cx="9544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996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7DE6B8-9D0B-41C6-897A-A923FF163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45" y="136101"/>
            <a:ext cx="8190459" cy="569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329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EF1435-7998-4002-8791-11FDAAE47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836" y="979053"/>
            <a:ext cx="9900123" cy="503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92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2CB14D-A893-42ED-AB34-71F0CB4DD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091" y="0"/>
            <a:ext cx="9351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84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AC0843-67D2-45C5-87A6-723194F39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7" y="555905"/>
            <a:ext cx="8232986" cy="574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4854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35</Words>
  <Application>Microsoft Office PowerPoint</Application>
  <PresentationFormat>Широкоэкранный</PresentationFormat>
  <Paragraphs>16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1</cp:lastModifiedBy>
  <cp:revision>1</cp:revision>
  <dcterms:created xsi:type="dcterms:W3CDTF">2025-09-04T05:26:26Z</dcterms:created>
  <dcterms:modified xsi:type="dcterms:W3CDTF">2025-09-04T05:31:12Z</dcterms:modified>
</cp:coreProperties>
</file>