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-44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2A26D-7EE5-4119-BB5F-72282725C3F0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300EA-C0FA-485F-942C-EE34AB340B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8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248987"/>
            <a:ext cx="5985164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Говорящие словари — презентация в программе Power Point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327564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говорящие словари, их определение и принципы работы. Ознакомимся с функциями и интерфейсом таких словарей, а также изучим несколько примеров. Обсудим преимущества использования говорящих словарей в образовании и их интеграцию в учебные программы, а также перспективы развития этого инструмента.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Определение говорящих словарей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— это электронные ресурсы, которые не только предоставляют значения слов, но и озвучивают их, позволяя пользователю услышать правильное произношение.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интегрируют аудиозаписи, что делает их особенно полезными для изучения иностранных языков или для тех, кто хочет улучшить свою дикцию и интонацию.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могут быть полезны как для детей, так и для взрослых, облегчая процесс запоминания новых слов и выражений.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Принципы работы говорящих словарей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обеспечивают озвучивание слов и словосочетаний диктором-носителем языка, что позволяет пользователю услышать правильное произношение. Они также предлагают возможность изучения значений слов в контексте, предоставляя примеры употребления в предложениях, что способствует более глубокому пониманию лексики.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57353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говорящие словари могут включать функции поиска по звуку и алгоритмы распознавания речи, облегчающие навигацию и взаимодействие с лексическими данными.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Функции говорящих словарей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обеспечивают возможность мгновенного поиска значений слов и их грамматических форм, а также позволяют прослушивать правильное произношение слов и фраз, что особенно полезно для изучения иностранных языков и улучшения навыков устной речи.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предоставляют доступ к разнообразной справочной информации, включая этимологию слов, их синонимы и антонимы, что помогает расширить словарный запас и улучшить понимание языковых нюансов. Кроме того, говорящие словари могут включать аудиозаписи с примерами употребления слов в контексте, что способствует более глубокому усвоению материала.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Интерфейс говорящих словарей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Интерфейс говорящих словарей интуитивно понятен и удобен в использовании.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2909455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 включает в себя текстовое поле для ввода запросов, список результатов с возможностью прослушивания произношения слов и фраз, а также дополнительные функции, такие как сохранение слов и фраз для последующего изучения.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408986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Цветовая схема и расположение элементов способствуют быстрому поиску необходимой информации.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Примеры говорящих словарей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представляют собой инновационные инструменты, которые помогают пользователям лучше понимать значения слов и их употребление в контексте.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3175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словарь Даля в электронном формате не только предоставляет определения, но и демонстрирует использование слов в примерах из классической литературы, что делает изучение языка более увлекательным и эффективным. Среди других примеров можно выделить электронный словарь Urban Dictionary, который содержит сленговые и жаргонные выражения, часто встречающиеся в современном интернет-общении.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980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Преимущества использования говорящих словарей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обеспечивают интерактивное взаимодействие с лексикой, позволяя пользователям слышать произношение слов и фраз в контексте, что значительно улучшает качество запоминания и усвоения материала. Они предоставляют возможность мгновенного доступа к аудиозаписи, что особенно полезно при изучении иностранных языков или диалектов.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4006735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говорящие словари способствуют развитию навыков аудирования и помогают улучшить интонацию и акцент, что делает их незаменимыми инструментами для языкового образования.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Применение говорящих словарей в образовании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способствуют индивидуализации обучения, позволяя ученикам работать в удобном для них темпе и получать мгновенные разъяснения лексических единиц, что особенно важно для детей с особыми образовательными потребностями. Эти инструменты помогают развивать навыки аудирования и произношения, а также обогащают словарный запас учащихся, делая процесс изучения языка более интерактивным и увлекательным.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507971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Применение говорящих словарей в образовании способствует повышению мотивации учеников и улучшению качества их знаний.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6691" y="1082733"/>
            <a:ext cx="5985163" cy="980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Интеграция говорящих словарей в учебные программы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Интеграция говорящих словарей в учебные программы способствует повышению языковой компетенции учащихся за счёт интерактивного взаимодействия с лексическими единицами.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позволяют адаптировать процесс обучения под индивидуальные потребности каждого ученика, обеспечивая персонализированный подход и более глубокое усвоение материала. Это также способствует развитию навыков аудирования и произношения, что особенно важно для изучения иностранных языков.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Перспективы развития говорящих словарей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Говорящие словари в перспективе будут использовать более продвинутые алгоритмы обработки естественного языка, что позволит им предлагать более точные и контекстуально уместные толкования слов. Развитие технологий синтеза речи сделает такие словари ещё более удобными в использовании, обеспечивая естественное звучание и улучшая восприятие информации на слух.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58589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интеграция с другими цифровыми инструментами и сервисами расширит функциональность говорящих словарей, делая их незаменимым помощником в повседневной жизни и профессиональной деятельности.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говорящие словари, их принципы работы, функции и примеры. Мы также обсудили преимущества их использования в образовании и перспективы развития. Надеемся, что эта информация будет полезна для вас.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773</Words>
  <Application>Microsoft Office PowerPoint</Application>
  <PresentationFormat>Произвольный</PresentationFormat>
  <Paragraphs>44</Paragraphs>
  <Slides>11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 Windows</cp:lastModifiedBy>
  <cp:revision>2</cp:revision>
  <dcterms:created xsi:type="dcterms:W3CDTF">2025-11-05T15:17:15Z</dcterms:created>
  <dcterms:modified xsi:type="dcterms:W3CDTF">2025-11-05T15:28:21Z</dcterms:modified>
</cp:coreProperties>
</file>