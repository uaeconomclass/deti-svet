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0" name="Подзаголовок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с одним скругленным углом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18" name="Нижний колонтитул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 «Цыпленок»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1376384"/>
          </a:xfrm>
        </p:spPr>
        <p:txBody>
          <a:bodyPr>
            <a:normAutofit/>
          </a:bodyPr>
          <a:lstStyle/>
          <a:p>
            <a:r>
              <a:rPr lang="ru-RU" dirty="0"/>
              <a:t>Подготовительная группа 1</a:t>
            </a:r>
          </a:p>
          <a:p>
            <a:r>
              <a:rPr lang="ru-RU" dirty="0" err="1"/>
              <a:t>Билик</a:t>
            </a:r>
            <a:r>
              <a:rPr lang="ru-RU" dirty="0"/>
              <a:t> Л. </a:t>
            </a:r>
            <a:r>
              <a:rPr lang="ru-RU"/>
              <a:t>Н.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8596" y="50004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Возьмите карандаш и жёлтую цветную бумагу. Используя подручный материал, например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и сделайте два овала</a:t>
            </a:r>
            <a:endParaRPr lang="ru-RU" dirty="0"/>
          </a:p>
        </p:txBody>
      </p:sp>
      <p:pic>
        <p:nvPicPr>
          <p:cNvPr id="4" name="Picture 2" descr="C:\Users\1\Desktop\IMG_20200418_180359.jpg"/>
          <p:cNvPicPr>
            <a:picLocks noChangeAspect="1" noChangeArrowheads="1"/>
          </p:cNvPicPr>
          <p:nvPr/>
        </p:nvPicPr>
        <p:blipFill>
          <a:blip r:embed="rId2" cstate="print"/>
          <a:srcRect l="10307" t="23066" r="10307" b="7945"/>
          <a:stretch>
            <a:fillRect/>
          </a:stretch>
        </p:blipFill>
        <p:spPr bwMode="auto">
          <a:xfrm>
            <a:off x="571472" y="1857364"/>
            <a:ext cx="3699136" cy="42862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714744" y="500042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Лапки цыпленка можно сделать по образцу, представленному ниже, или вырезать два небольших треугольника. Необходимо вырезать глаз — маленький черный кружок и клюв (тонкую полоску красного цвета).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3074" name="Picture 2" descr="C:\Users\1\Desktop\IMG_20200418_18051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2000240"/>
            <a:ext cx="3357554" cy="44767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8596" y="50004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Приклейте овалы на листе бумаги или картона так, чтобы один немного заходил на другой и закрепите глаз.</a:t>
            </a:r>
          </a:p>
          <a:p>
            <a:endParaRPr lang="ru-RU" dirty="0"/>
          </a:p>
        </p:txBody>
      </p:sp>
      <p:pic>
        <p:nvPicPr>
          <p:cNvPr id="3" name="Picture 3" descr="C:\Users\1\Desktop\IMG_20200418_180704.jpg"/>
          <p:cNvPicPr>
            <a:picLocks noChangeAspect="1" noChangeArrowheads="1"/>
          </p:cNvPicPr>
          <p:nvPr/>
        </p:nvPicPr>
        <p:blipFill>
          <a:blip r:embed="rId2" cstate="print"/>
          <a:srcRect l="6527" t="5771"/>
          <a:stretch>
            <a:fillRect/>
          </a:stretch>
        </p:blipFill>
        <p:spPr bwMode="auto">
          <a:xfrm>
            <a:off x="4786314" y="1071546"/>
            <a:ext cx="4039294" cy="5429288"/>
          </a:xfrm>
          <a:prstGeom prst="rect">
            <a:avLst/>
          </a:prstGeom>
          <a:noFill/>
        </p:spPr>
      </p:pic>
      <p:pic>
        <p:nvPicPr>
          <p:cNvPr id="2050" name="Picture 2" descr="C:\Users\1\Desktop\IMG_20200418_180747.jpg"/>
          <p:cNvPicPr>
            <a:picLocks noChangeAspect="1" noChangeArrowheads="1"/>
          </p:cNvPicPr>
          <p:nvPr/>
        </p:nvPicPr>
        <p:blipFill>
          <a:blip r:embed="rId3" cstate="print"/>
          <a:srcRect t="12539" r="12525" b="8422"/>
          <a:stretch>
            <a:fillRect/>
          </a:stretch>
        </p:blipFill>
        <p:spPr bwMode="auto">
          <a:xfrm>
            <a:off x="642910" y="1571612"/>
            <a:ext cx="3857652" cy="46475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1\Desktop\IMG_20200418_18094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428604"/>
            <a:ext cx="3823058" cy="5097410"/>
          </a:xfrm>
          <a:prstGeom prst="rect">
            <a:avLst/>
          </a:prstGeom>
          <a:noFill/>
        </p:spPr>
      </p:pic>
      <p:pic>
        <p:nvPicPr>
          <p:cNvPr id="4099" name="Picture 3" descr="C:\Users\1\Desktop\IMG_20200418_180945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428604"/>
            <a:ext cx="3912387" cy="52165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Аспект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73</TotalTime>
  <Words>80</Words>
  <Application>Microsoft Office PowerPoint</Application>
  <PresentationFormat>Экран (4:3)</PresentationFormat>
  <Paragraphs>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Times New Roman</vt:lpstr>
      <vt:lpstr>Verdana</vt:lpstr>
      <vt:lpstr>Wingdings 2</vt:lpstr>
      <vt:lpstr>Аспект</vt:lpstr>
      <vt:lpstr> «Цыпленок»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«Цыпленок» </dc:title>
  <dc:creator>1</dc:creator>
  <cp:lastModifiedBy>Папа</cp:lastModifiedBy>
  <cp:revision>16</cp:revision>
  <dcterms:created xsi:type="dcterms:W3CDTF">2021-03-31T12:16:43Z</dcterms:created>
  <dcterms:modified xsi:type="dcterms:W3CDTF">2021-11-29T07:05:07Z</dcterms:modified>
</cp:coreProperties>
</file>