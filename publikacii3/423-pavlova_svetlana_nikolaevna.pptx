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927F7A0-501E-4BBA-963E-5455E09244B5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F4C24E1-2A8B-42CB-8AD4-795A8A3B56A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67744" y="980728"/>
            <a:ext cx="6172200" cy="2376264"/>
          </a:xfrm>
        </p:spPr>
        <p:txBody>
          <a:bodyPr>
            <a:normAutofit/>
          </a:bodyPr>
          <a:lstStyle/>
          <a:p>
            <a:r>
              <a:rPr lang="ru-RU" smtClean="0"/>
              <a:t>                      </a:t>
            </a:r>
            <a:r>
              <a:rPr lang="ru-RU" dirty="0">
                <a:solidFill>
                  <a:schemeClr val="tx1"/>
                </a:solidFill>
              </a:rPr>
              <a:t>В</a:t>
            </a:r>
            <a:r>
              <a:rPr lang="ru-RU" smtClean="0">
                <a:solidFill>
                  <a:schemeClr val="tx1"/>
                </a:solidFill>
              </a:rPr>
              <a:t>икторина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       « </a:t>
            </a:r>
            <a:r>
              <a:rPr lang="ru-RU" smtClean="0">
                <a:solidFill>
                  <a:schemeClr val="tx1"/>
                </a:solidFill>
              </a:rPr>
              <a:t>Математика </a:t>
            </a:r>
            <a:r>
              <a:rPr lang="ru-RU" smtClean="0">
                <a:solidFill>
                  <a:schemeClr val="tx1"/>
                </a:solidFill>
              </a:rPr>
              <a:t> сказках»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339752" y="5085184"/>
            <a:ext cx="6172200" cy="1371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 smtClean="0"/>
              <a:t>                                                                          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Павлова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Светлана Николаевна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Воспитатель 1 категории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МАДОУ «Детский сад №33»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 Муром, Владимирская область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Вопрос: «Сколько героев пыталось вытащить Репку?»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:\hello_html_m68d87cad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7467600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21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Вопрос:«Сколько раз забрасывал старик невод в синее море?»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:\imgs_touch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7467600" cy="448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17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Вопрос: « Сколько героев встретил на своём пути Колобок?»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D:\slide-8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6242304" cy="467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185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Вопрос: «У кого нашла Белоснежка кров?»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D:\1021811425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72" y="1600200"/>
            <a:ext cx="7238056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51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Вопрос: «Как называется цветок, который исполнял желания девочки Жени?»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D:\27074974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8800"/>
            <a:ext cx="6858000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882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 : «Сколько героев жило в Теремке?»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D:\img_56cae3ec1094c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556792"/>
            <a:ext cx="676875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715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Вопрос: «Сколько было братьев  у Стойкого </a:t>
            </a: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ловянного солдатика?»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:\127f066456775c7f3d717a87f7mr--suveniry-i-podarki-stojkij-olovyannyj-soldatik-25-sht-olovyann.jpg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" r="2495"/>
          <a:stretch/>
        </p:blipFill>
        <p:spPr bwMode="auto">
          <a:xfrm>
            <a:off x="972000" y="1620000"/>
            <a:ext cx="6840760" cy="448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97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:\img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496944" cy="612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076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202</TotalTime>
  <Words>96</Words>
  <Application>Microsoft Office PowerPoint</Application>
  <PresentationFormat>Экран (4:3)</PresentationFormat>
  <Paragraphs>13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Эркер</vt:lpstr>
      <vt:lpstr>                      Викторина         « Математика  сказках»</vt:lpstr>
      <vt:lpstr>      Вопрос: «Сколько героев пыталось вытащить Репку?»</vt:lpstr>
      <vt:lpstr>Вопрос:«Сколько раз забрасывал старик невод в синее море?»</vt:lpstr>
      <vt:lpstr>Вопрос: « Сколько героев встретил на своём пути Колобок?»</vt:lpstr>
      <vt:lpstr>Вопрос: «У кого нашла Белоснежка кров?»</vt:lpstr>
      <vt:lpstr>Вопрос: «Как называется цветок, который исполнял желания девочки Жени?»</vt:lpstr>
      <vt:lpstr>Вопрос : «Сколько героев жило в Теремке?»</vt:lpstr>
      <vt:lpstr>Вопрос: «Сколько было братьев  у Стойкого оловянного солдатика?»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Стремись творить добро</dc:title>
  <dc:creator>Пользователь Windows</dc:creator>
  <cp:lastModifiedBy>Пользователь Windows</cp:lastModifiedBy>
  <cp:revision>22</cp:revision>
  <dcterms:created xsi:type="dcterms:W3CDTF">2019-11-11T20:14:54Z</dcterms:created>
  <dcterms:modified xsi:type="dcterms:W3CDTF">2020-12-04T14:57:47Z</dcterms:modified>
</cp:coreProperties>
</file>