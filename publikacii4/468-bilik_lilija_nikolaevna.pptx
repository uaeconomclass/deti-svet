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58" d="100"/>
          <a:sy n="58" d="100"/>
        </p:scale>
        <p:origin x="-2146" y="-6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B9C8A-8589-4759-BFB3-F32369DB9A93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21991-C8B0-4BA6-B6C7-61D9BDA929F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21991-C8B0-4BA6-B6C7-61D9BDA929FC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Овал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Прямоугольник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Содержимое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Содержимое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Содержимое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Содержимое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Овал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Овал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Заголовок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Содержимое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ая соединительная линия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Овал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31.03.2021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14414" y="2857496"/>
            <a:ext cx="6700862" cy="1752600"/>
          </a:xfrm>
        </p:spPr>
        <p:txBody>
          <a:bodyPr/>
          <a:lstStyle/>
          <a:p>
            <a:r>
              <a:rPr lang="ru-RU" sz="200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МАДОУ </a:t>
            </a:r>
            <a:r>
              <a:rPr lang="ru-RU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УМКА</a:t>
            </a:r>
          </a:p>
          <a:p>
            <a:r>
              <a:rPr lang="ru-RU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Подготовительная группа номер 1</a:t>
            </a:r>
          </a:p>
          <a:p>
            <a:r>
              <a:rPr lang="ru-RU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Билик</a:t>
            </a:r>
            <a:r>
              <a:rPr lang="ru-RU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Лилия Николаевна </a:t>
            </a:r>
          </a:p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800" dirty="0" smtClean="0">
                <a:latin typeface="Times New Roman" pitchFamily="18" charset="0"/>
                <a:cs typeface="Times New Roman" pitchFamily="18" charset="0"/>
              </a:rPr>
              <a:t>«Веточка вербы»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1\Desktop\IMG-9e97e5b3c2895fc322af90276e787991-V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57752" y="928670"/>
            <a:ext cx="4071966" cy="5429288"/>
          </a:xfrm>
          <a:prstGeom prst="rect">
            <a:avLst/>
          </a:prstGeom>
          <a:noFill/>
        </p:spPr>
      </p:pic>
      <p:pic>
        <p:nvPicPr>
          <p:cNvPr id="1027" name="Picture 3" descr="C:\Users\1\Desktop\IMG-66deaef347cf652d433770a988cf4c4f-V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16200000">
            <a:off x="916752" y="1869275"/>
            <a:ext cx="3786189" cy="5048252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214282" y="21429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/>
              <a:t>Верба-то коричневатые веточки</a:t>
            </a:r>
            <a:r>
              <a:rPr lang="ru-RU" dirty="0" smtClean="0"/>
              <a:t>, с набухшими почками, из которых выглядывают пушистые шарики, напоминают нам о приходе весны. На фоне других деревьев, у которых ещё нет листьев, </a:t>
            </a:r>
            <a:r>
              <a:rPr lang="ru-RU" b="1" dirty="0" smtClean="0"/>
              <a:t>верба</a:t>
            </a:r>
            <a:r>
              <a:rPr lang="ru-RU" dirty="0" smtClean="0"/>
              <a:t> выглядит скромной невестой, протягивая свои </a:t>
            </a:r>
            <a:r>
              <a:rPr lang="ru-RU" b="1" dirty="0" smtClean="0"/>
              <a:t>веточки к солнцу</a:t>
            </a:r>
            <a:r>
              <a:rPr lang="ru-RU" dirty="0" smtClean="0"/>
              <a:t>. 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1\Desktop\IMG-1b03c972af65de881d03fd6463725512-V.jpg"/>
          <p:cNvPicPr>
            <a:picLocks noChangeAspect="1" noChangeArrowheads="1"/>
          </p:cNvPicPr>
          <p:nvPr/>
        </p:nvPicPr>
        <p:blipFill>
          <a:blip r:embed="rId2"/>
          <a:srcRect t="21172" b="16250"/>
          <a:stretch>
            <a:fillRect/>
          </a:stretch>
        </p:blipFill>
        <p:spPr bwMode="auto">
          <a:xfrm>
            <a:off x="285720" y="2143116"/>
            <a:ext cx="4738694" cy="3953861"/>
          </a:xfrm>
          <a:prstGeom prst="rect">
            <a:avLst/>
          </a:prstGeom>
          <a:noFill/>
        </p:spPr>
      </p:pic>
      <p:pic>
        <p:nvPicPr>
          <p:cNvPr id="2051" name="Picture 3" descr="C:\Users\1\Desktop\IMG-d85ffcb529f865716a0d71070578863c-V.jpg"/>
          <p:cNvPicPr>
            <a:picLocks noChangeAspect="1" noChangeArrowheads="1"/>
          </p:cNvPicPr>
          <p:nvPr/>
        </p:nvPicPr>
        <p:blipFill>
          <a:blip r:embed="rId3"/>
          <a:srcRect l="9687" t="11328" r="17187" b="12734"/>
          <a:stretch>
            <a:fillRect/>
          </a:stretch>
        </p:blipFill>
        <p:spPr bwMode="auto">
          <a:xfrm>
            <a:off x="5214942" y="1285860"/>
            <a:ext cx="3663182" cy="5072098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285720" y="21429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Теперь возьмём ватные палочки белого цвета и отрежем от него кончики . Прилепим их на наши </a:t>
            </a:r>
            <a:r>
              <a:rPr lang="ru-RU" b="1" dirty="0" smtClean="0"/>
              <a:t>веточки</a:t>
            </a:r>
            <a:r>
              <a:rPr lang="ru-RU" dirty="0" smtClean="0"/>
              <a:t> - это будут у нас почки.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1\Desktop\IMG-91cd4011c64b6d69cbf94aa60dab248e-V.jpg"/>
          <p:cNvPicPr>
            <a:picLocks noChangeAspect="1" noChangeArrowheads="1"/>
          </p:cNvPicPr>
          <p:nvPr/>
        </p:nvPicPr>
        <p:blipFill>
          <a:blip r:embed="rId3"/>
          <a:srcRect l="6875" t="6406" r="4062" b="20469"/>
          <a:stretch>
            <a:fillRect/>
          </a:stretch>
        </p:blipFill>
        <p:spPr bwMode="auto">
          <a:xfrm>
            <a:off x="214282" y="2500306"/>
            <a:ext cx="3357618" cy="3675708"/>
          </a:xfrm>
          <a:prstGeom prst="rect">
            <a:avLst/>
          </a:prstGeom>
          <a:noFill/>
        </p:spPr>
      </p:pic>
      <p:pic>
        <p:nvPicPr>
          <p:cNvPr id="3075" name="Picture 3" descr="C:\Users\1\Desktop\IMG-086b550ae5dbea8e5daf1960b8699100-V.jpg"/>
          <p:cNvPicPr>
            <a:picLocks noChangeAspect="1" noChangeArrowheads="1"/>
          </p:cNvPicPr>
          <p:nvPr/>
        </p:nvPicPr>
        <p:blipFill>
          <a:blip r:embed="rId4"/>
          <a:srcRect l="9687" t="6406" r="12500"/>
          <a:stretch>
            <a:fillRect/>
          </a:stretch>
        </p:blipFill>
        <p:spPr bwMode="auto">
          <a:xfrm>
            <a:off x="5428422" y="928670"/>
            <a:ext cx="3501296" cy="5615176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214282" y="285728"/>
            <a:ext cx="51435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так приступим. Нам для работы потребуется пластилин, из которого мы будем лепить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веточки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Возьмите пластилин коричневого цвета. Отщипните небольшой кусочек, сомните его в кулачке, чтоб он был мягким и податливым. А теперь раскатайте его прямыми продольными движениями ладошками туда –обратно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1\Desktop\IMG-7ba87f79a1ec57d1cfe320fa94866930-V.jpg"/>
          <p:cNvPicPr>
            <a:picLocks noChangeAspect="1" noChangeArrowheads="1"/>
          </p:cNvPicPr>
          <p:nvPr/>
        </p:nvPicPr>
        <p:blipFill>
          <a:blip r:embed="rId2"/>
          <a:srcRect l="12500" t="5000" r="10625" b="8515"/>
          <a:stretch>
            <a:fillRect/>
          </a:stretch>
        </p:blipFill>
        <p:spPr bwMode="auto">
          <a:xfrm>
            <a:off x="214282" y="214290"/>
            <a:ext cx="3214710" cy="4822065"/>
          </a:xfrm>
          <a:prstGeom prst="rect">
            <a:avLst/>
          </a:prstGeom>
          <a:noFill/>
        </p:spPr>
      </p:pic>
      <p:pic>
        <p:nvPicPr>
          <p:cNvPr id="4099" name="Picture 3" descr="C:\Users\1\Desktop\IMG-f753ce0cc564026e5d4a83f515cd164a-V.jpg"/>
          <p:cNvPicPr>
            <a:picLocks noChangeAspect="1" noChangeArrowheads="1"/>
          </p:cNvPicPr>
          <p:nvPr/>
        </p:nvPicPr>
        <p:blipFill>
          <a:blip r:embed="rId3"/>
          <a:srcRect l="9687" t="2890" r="14375" b="78"/>
          <a:stretch>
            <a:fillRect/>
          </a:stretch>
        </p:blipFill>
        <p:spPr bwMode="auto">
          <a:xfrm>
            <a:off x="5715008" y="928670"/>
            <a:ext cx="3214710" cy="54769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фициальная">
  <a:themeElements>
    <a:clrScheme name="Официальная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Официальная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Официальная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49</TotalTime>
  <Words>76</Words>
  <PresentationFormat>Экран (4:3)</PresentationFormat>
  <Paragraphs>8</Paragraphs>
  <Slides>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Официальная</vt:lpstr>
      <vt:lpstr>«Веточка вербы» </vt:lpstr>
      <vt:lpstr>Слайд 2</vt:lpstr>
      <vt:lpstr>Слайд 3</vt:lpstr>
      <vt:lpstr>Слайд 4</vt:lpstr>
      <vt:lpstr>Слайд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1</dc:creator>
  <cp:lastModifiedBy>1</cp:lastModifiedBy>
  <cp:revision>10</cp:revision>
  <dcterms:created xsi:type="dcterms:W3CDTF">2021-03-31T12:15:54Z</dcterms:created>
  <dcterms:modified xsi:type="dcterms:W3CDTF">2021-03-31T15:53:38Z</dcterms:modified>
</cp:coreProperties>
</file>