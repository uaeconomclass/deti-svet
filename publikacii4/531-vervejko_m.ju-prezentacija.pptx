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9" r:id="rId2"/>
    <p:sldId id="258" r:id="rId3"/>
    <p:sldId id="272" r:id="rId4"/>
    <p:sldId id="273" r:id="rId5"/>
    <p:sldId id="262" r:id="rId6"/>
    <p:sldId id="263" r:id="rId7"/>
    <p:sldId id="266" r:id="rId8"/>
    <p:sldId id="267" r:id="rId9"/>
    <p:sldId id="268" r:id="rId10"/>
    <p:sldId id="269" r:id="rId11"/>
    <p:sldId id="270" r:id="rId12"/>
    <p:sldId id="275" r:id="rId13"/>
    <p:sldId id="303" r:id="rId14"/>
    <p:sldId id="298" r:id="rId15"/>
    <p:sldId id="300" r:id="rId16"/>
    <p:sldId id="299" r:id="rId17"/>
    <p:sldId id="302" r:id="rId18"/>
    <p:sldId id="301" r:id="rId19"/>
    <p:sldId id="294" r:id="rId20"/>
    <p:sldId id="295" r:id="rId21"/>
    <p:sldId id="296" r:id="rId22"/>
    <p:sldId id="297" r:id="rId23"/>
    <p:sldId id="278" r:id="rId24"/>
    <p:sldId id="260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990000"/>
    <a:srgbClr val="CC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844" autoAdjust="0"/>
    <p:restoredTop sz="94660"/>
  </p:normalViewPr>
  <p:slideViewPr>
    <p:cSldViewPr>
      <p:cViewPr varScale="1">
        <p:scale>
          <a:sx n="99" d="100"/>
          <a:sy n="99" d="100"/>
        </p:scale>
        <p:origin x="-2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0" name="Подзаголовок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29.12.2020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29.12.2020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29.12.2020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29.12.2020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29.12.2020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29.12.2020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29.12.2020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29.12.2020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с одним скругленным углом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29.12.2020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29.12.2020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29.12.2020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29.12.2020</a:t>
            </a:fld>
            <a:endParaRPr lang="ru-RU"/>
          </a:p>
        </p:txBody>
      </p:sp>
      <p:sp>
        <p:nvSpPr>
          <p:cNvPr id="18" name="Нижний колонтитул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jpeg"/><Relationship Id="rId2" Type="http://schemas.openxmlformats.org/officeDocument/2006/relationships/audio" Target="file:///C:\Users\&#1040;&#1076;&#1084;&#1080;&#1085;&#1080;&#1089;&#1090;&#1088;&#1072;&#1090;&#1086;&#1088;\Desktop\&#1085;&#1072;&#1095;&#1072;&#1083;&#1086;%202.wma" TargetMode="External"/><Relationship Id="rId1" Type="http://schemas.openxmlformats.org/officeDocument/2006/relationships/audio" Target="file:///D:\&#1084;&#1072;&#1084;&#1072;\&#1089;&#1082;&#1072;&#1079;&#1082;&#1080;%20&#1059;&#1076;&#1084;&#1091;&#1088;&#1090;&#1080;&#1080;\&#1085;&#1072;&#1095;&#1072;&#1083;&#1086;.wma" TargetMode="Externa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D:\&#1084;&#1072;&#1084;&#1072;\&#1089;&#1082;&#1072;&#1079;&#1082;&#1080;%20&#1059;&#1076;&#1084;&#1091;&#1088;&#1090;&#1080;&#1080;%20&#1092;&#1086;&#1090;&#1086;\&#1043;&#1088;&#1072;&#1093;&#1086;&#1074;&#1086;.wmv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D:\&#1084;&#1072;&#1084;&#1072;\&#1089;&#1082;&#1072;&#1079;&#1082;&#1080;%20&#1059;&#1076;&#1084;&#1091;&#1088;&#1090;&#1080;&#1080;%20&#1092;&#1086;&#1090;&#1086;\&#1064;&#1072;&#1088;&#1082;&#1072;&#1085;.wmv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начало.wma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4"/>
          <a:stretch>
            <a:fillRect/>
          </a:stretch>
        </p:blipFill>
        <p:spPr>
          <a:xfrm>
            <a:off x="4419600" y="3276600"/>
            <a:ext cx="304800" cy="304800"/>
          </a:xfrm>
          <a:prstGeom prst="rect">
            <a:avLst/>
          </a:prstGeom>
        </p:spPr>
      </p:pic>
      <p:pic>
        <p:nvPicPr>
          <p:cNvPr id="4" name="начало.wma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4"/>
          <a:stretch>
            <a:fillRect/>
          </a:stretch>
        </p:blipFill>
        <p:spPr>
          <a:xfrm>
            <a:off x="5286380" y="3286124"/>
            <a:ext cx="304800" cy="304800"/>
          </a:xfrm>
          <a:prstGeom prst="rect">
            <a:avLst/>
          </a:prstGeom>
        </p:spPr>
      </p:pic>
      <p:pic>
        <p:nvPicPr>
          <p:cNvPr id="2050" name="Picture 2" descr="C:\Users\Администратор\Desktop\белый лист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51308" y="1714487"/>
            <a:ext cx="5249584" cy="3386141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357158" y="142852"/>
            <a:ext cx="85011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Gabriola" pitchFamily="82" charset="0"/>
              </a:rPr>
              <a:t>Приглашаю в путешествие по сказочной карте Удмуртии</a:t>
            </a:r>
            <a:endParaRPr lang="ru-RU" sz="3200" b="1" dirty="0"/>
          </a:p>
        </p:txBody>
      </p:sp>
      <p:pic>
        <p:nvPicPr>
          <p:cNvPr id="10" name="начало 2.wma">
            <a:hlinkClick r:id="" action="ppaction://media"/>
          </p:cNvPr>
          <p:cNvPicPr>
            <a:picLocks noRot="1" noChangeAspect="1"/>
          </p:cNvPicPr>
          <p:nvPr>
            <a:audioFile r:link="rId2"/>
          </p:nvPr>
        </p:nvPicPr>
        <p:blipFill>
          <a:blip r:embed="rId4"/>
          <a:stretch>
            <a:fillRect/>
          </a:stretch>
        </p:blipFill>
        <p:spPr>
          <a:xfrm>
            <a:off x="3143240" y="2928934"/>
            <a:ext cx="304800" cy="304800"/>
          </a:xfrm>
          <a:prstGeom prst="rect">
            <a:avLst/>
          </a:prstGeom>
        </p:spPr>
      </p:pic>
      <p:pic>
        <p:nvPicPr>
          <p:cNvPr id="11" name="Рисунок 10" descr="15987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10" y="857232"/>
            <a:ext cx="8078626" cy="53780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7" name="Picture 3" descr="D:\мама\сказки Удмуртии\женщина с клубком2.jpg"/>
          <p:cNvPicPr>
            <a:picLocks noChangeAspect="1" noChangeArrowheads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3144366" y="1142984"/>
            <a:ext cx="3112054" cy="466808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/>
          <p:cNvSpPr txBox="1"/>
          <p:nvPr/>
        </p:nvSpPr>
        <p:spPr>
          <a:xfrm>
            <a:off x="928662" y="5715016"/>
            <a:ext cx="4572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Gabriola" pitchFamily="82" charset="0"/>
              </a:rPr>
              <a:t>Автор: Вервейко Марина Юрьевна</a:t>
            </a:r>
            <a:endParaRPr lang="ru-RU" sz="2400" b="1" dirty="0">
              <a:latin typeface="Gabriola" pitchFamily="82" charset="0"/>
            </a:endParaRPr>
          </a:p>
        </p:txBody>
      </p:sp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73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>
                <p:cTn id="1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showWhenStopped="0">
                <p:cTn id="1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C:\Users\Администратор\Desktop\Рисунок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8572560" cy="6302375"/>
          </a:xfrm>
          <a:prstGeom prst="rect">
            <a:avLst/>
          </a:prstGeom>
          <a:noFill/>
        </p:spPr>
      </p:pic>
      <p:pic>
        <p:nvPicPr>
          <p:cNvPr id="7" name="Содержимое 4" descr="karta - копия.jpg"/>
          <p:cNvPicPr>
            <a:picLocks noChangeAspect="1"/>
          </p:cNvPicPr>
          <p:nvPr/>
        </p:nvPicPr>
        <p:blipFill>
          <a:blip r:embed="rId3"/>
          <a:srcRect t="4341" r="4716"/>
          <a:stretch>
            <a:fillRect/>
          </a:stretch>
        </p:blipFill>
        <p:spPr>
          <a:xfrm>
            <a:off x="2500298" y="285728"/>
            <a:ext cx="4024342" cy="6036471"/>
          </a:xfrm>
          <a:prstGeom prst="rect">
            <a:avLst/>
          </a:prstGeom>
          <a:solidFill>
            <a:srgbClr val="00B050"/>
          </a:solidFill>
        </p:spPr>
      </p:pic>
      <p:pic>
        <p:nvPicPr>
          <p:cNvPr id="5122" name="Picture 2" descr="C:\Users\Администратор\Desktop\klubochek копия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71934" y="928670"/>
            <a:ext cx="642942" cy="636079"/>
          </a:xfrm>
          <a:prstGeom prst="rect">
            <a:avLst/>
          </a:prstGeom>
          <a:noFill/>
        </p:spPr>
      </p:pic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" dur="2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Администратор\Desktop\Рисунок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95750"/>
            <a:ext cx="8582026" cy="6463792"/>
          </a:xfrm>
          <a:prstGeom prst="rect">
            <a:avLst/>
          </a:prstGeom>
          <a:noFill/>
        </p:spPr>
      </p:pic>
      <p:pic>
        <p:nvPicPr>
          <p:cNvPr id="3" name="Рисунок 2" descr="karta - копи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07" y="11524"/>
            <a:ext cx="4643471" cy="6617594"/>
          </a:xfrm>
          <a:prstGeom prst="rect">
            <a:avLst/>
          </a:prstGeom>
        </p:spPr>
      </p:pic>
      <p:pic>
        <p:nvPicPr>
          <p:cNvPr id="7" name="Рисунок 6" descr="kluboche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58" y="929406"/>
            <a:ext cx="642942" cy="636315"/>
          </a:xfrm>
          <a:prstGeom prst="rect">
            <a:avLst/>
          </a:prstGeom>
        </p:spPr>
      </p:pic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63 0.02429 L 0.06267 0.20583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9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x_ccbb8969 - копи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4" y="357166"/>
            <a:ext cx="8193178" cy="60377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/>
          <p:cNvSpPr txBox="1"/>
          <p:nvPr/>
        </p:nvSpPr>
        <p:spPr>
          <a:xfrm>
            <a:off x="428564" y="5072074"/>
            <a:ext cx="8715436" cy="1323439"/>
          </a:xfrm>
          <a:prstGeom prst="rect">
            <a:avLst/>
          </a:prstGeom>
          <a:noFill/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rno Pro Caption" pitchFamily="18" charset="0"/>
              </a:rPr>
              <a:t>       </a:t>
            </a:r>
            <a:r>
              <a:rPr lang="ru-RU" sz="4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reflection blurRad="12700" stA="28000" endPos="45000" dist="1000" dir="5400000" sy="-100000" algn="bl" rotWithShape="0"/>
                </a:effectLst>
                <a:latin typeface="Arno Pro Caption" pitchFamily="18" charset="0"/>
              </a:rPr>
              <a:t>Вас встречает </a:t>
            </a:r>
          </a:p>
          <a:p>
            <a:r>
              <a:rPr lang="ru-RU" sz="4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reflection blurRad="12700" stA="28000" endPos="45000" dist="1000" dir="5400000" sy="-100000" algn="bl" rotWithShape="0"/>
                </a:effectLst>
                <a:latin typeface="Arno Pro Caption" pitchFamily="18" charset="0"/>
              </a:rPr>
              <a:t>                                     Лапшо Педунь</a:t>
            </a:r>
            <a:endParaRPr lang="ru-RU" sz="4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reflection blurRad="12700" stA="28000" endPos="45000" dist="1000" dir="5400000" sy="-100000" algn="bl" rotWithShape="0"/>
              </a:effectLst>
              <a:latin typeface="Arno Pro Caption" pitchFamily="18" charset="0"/>
            </a:endParaRPr>
          </a:p>
        </p:txBody>
      </p:sp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2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74d496f564da8c73638b844b12434014 - копия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51" y="0"/>
            <a:ext cx="9134750" cy="6858000"/>
          </a:xfrm>
        </p:spPr>
      </p:pic>
      <p:sp>
        <p:nvSpPr>
          <p:cNvPr id="5" name="TextBox 4"/>
          <p:cNvSpPr txBox="1"/>
          <p:nvPr/>
        </p:nvSpPr>
        <p:spPr>
          <a:xfrm>
            <a:off x="2357422" y="2571744"/>
            <a:ext cx="26432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latin typeface="Gabriola" pitchFamily="82" charset="0"/>
                <a:cs typeface="Adobe Arabic" pitchFamily="18" charset="-78"/>
              </a:rPr>
              <a:t> </a:t>
            </a:r>
            <a:r>
              <a:rPr lang="ru-RU" sz="6600" b="1" dirty="0" smtClean="0">
                <a:solidFill>
                  <a:srgbClr val="990000"/>
                </a:solidFill>
                <a:latin typeface="Gabriola" pitchFamily="82" charset="0"/>
                <a:cs typeface="Adobe Arabic" pitchFamily="18" charset="-78"/>
              </a:rPr>
              <a:t>Загадки</a:t>
            </a:r>
          </a:p>
          <a:p>
            <a:pPr marL="185738" indent="-185738"/>
            <a:r>
              <a:rPr lang="ru-RU" sz="6000" dirty="0" smtClean="0">
                <a:solidFill>
                  <a:srgbClr val="990000"/>
                </a:solidFill>
                <a:latin typeface="Gabriola" pitchFamily="82" charset="0"/>
                <a:cs typeface="Adobe Arabic" pitchFamily="18" charset="-78"/>
              </a:rPr>
              <a:t>  </a:t>
            </a:r>
            <a:r>
              <a:rPr lang="ru-RU" sz="6600" b="1" dirty="0" smtClean="0">
                <a:solidFill>
                  <a:srgbClr val="990000"/>
                </a:solidFill>
                <a:latin typeface="Gabriola" pitchFamily="82" charset="0"/>
                <a:cs typeface="Adobe Arabic" pitchFamily="18" charset="-78"/>
              </a:rPr>
              <a:t>Лапшо</a:t>
            </a:r>
            <a:r>
              <a:rPr lang="ru-RU" sz="6600" dirty="0" smtClean="0">
                <a:solidFill>
                  <a:srgbClr val="990000"/>
                </a:solidFill>
                <a:latin typeface="Gabriola" pitchFamily="82" charset="0"/>
                <a:cs typeface="Adobe Arabic" pitchFamily="18" charset="-78"/>
              </a:rPr>
              <a:t> </a:t>
            </a:r>
            <a:r>
              <a:rPr lang="ru-RU" sz="6000" dirty="0" smtClean="0">
                <a:solidFill>
                  <a:srgbClr val="990000"/>
                </a:solidFill>
                <a:latin typeface="Gabriola" pitchFamily="82" charset="0"/>
                <a:cs typeface="Adobe Arabic" pitchFamily="18" charset="-78"/>
              </a:rPr>
              <a:t>        </a:t>
            </a:r>
            <a:r>
              <a:rPr lang="ru-RU" sz="6000" b="1" dirty="0" err="1" smtClean="0">
                <a:solidFill>
                  <a:srgbClr val="990000"/>
                </a:solidFill>
                <a:latin typeface="Gabriola" pitchFamily="82" charset="0"/>
                <a:cs typeface="Adobe Arabic" pitchFamily="18" charset="-78"/>
              </a:rPr>
              <a:t>Педуня</a:t>
            </a:r>
            <a:endParaRPr lang="ru-RU" sz="6000" b="1" dirty="0">
              <a:solidFill>
                <a:srgbClr val="990000"/>
              </a:solidFill>
              <a:latin typeface="Gabriola" pitchFamily="82" charset="0"/>
              <a:cs typeface="Adobe Arabic" pitchFamily="18" charset="-78"/>
            </a:endParaRPr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15987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4" y="642918"/>
            <a:ext cx="7833652" cy="521497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Горизонтальный свиток 1"/>
          <p:cNvSpPr/>
          <p:nvPr/>
        </p:nvSpPr>
        <p:spPr>
          <a:xfrm>
            <a:off x="428596" y="142852"/>
            <a:ext cx="7929618" cy="6143668"/>
          </a:xfrm>
          <a:prstGeom prst="horizontalScroll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no Pro Caption" pitchFamily="18" charset="0"/>
              </a:rPr>
              <a:t>Ее прихода ждем, уходит - не жалеем</a:t>
            </a:r>
            <a:endParaRPr lang="ru-RU" sz="6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no Pro Captio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essential-esl-vocabulary-to-survive-the-winter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0" y="785794"/>
            <a:ext cx="7850357" cy="521497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Горизонтальный свиток 1"/>
          <p:cNvSpPr/>
          <p:nvPr/>
        </p:nvSpPr>
        <p:spPr>
          <a:xfrm>
            <a:off x="642910" y="357166"/>
            <a:ext cx="7929618" cy="6143668"/>
          </a:xfrm>
          <a:prstGeom prst="horizontalScroll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no Pro Caption" pitchFamily="18" charset="0"/>
              </a:rPr>
              <a:t>Под ногами скрипит, на печке раскисает</a:t>
            </a:r>
            <a:endParaRPr lang="ru-RU" sz="6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no Pro Captio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7e57db3f0c5ca68ac51613defc0dc0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571480"/>
            <a:ext cx="7715304" cy="542928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Горизонтальный свиток 1"/>
          <p:cNvSpPr/>
          <p:nvPr/>
        </p:nvSpPr>
        <p:spPr>
          <a:xfrm>
            <a:off x="642910" y="357166"/>
            <a:ext cx="7929618" cy="6143668"/>
          </a:xfrm>
          <a:prstGeom prst="horizontalScroll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no Pro Caption" pitchFamily="18" charset="0"/>
              </a:rPr>
              <a:t>Рук нет – за щеку щиплет</a:t>
            </a:r>
            <a:endParaRPr lang="ru-RU" sz="6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no Pro Captio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57620" y="5429264"/>
            <a:ext cx="3857652" cy="5715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 smtClean="0">
                <a:solidFill>
                  <a:srgbClr val="FF0000"/>
                </a:solidFill>
              </a:rPr>
              <a:t>МОРОЗ</a:t>
            </a:r>
            <a:endParaRPr lang="ru-RU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687692_30603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62" y="571480"/>
            <a:ext cx="7086864" cy="560209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Горизонтальный свиток 1"/>
          <p:cNvSpPr/>
          <p:nvPr/>
        </p:nvSpPr>
        <p:spPr>
          <a:xfrm>
            <a:off x="642910" y="357166"/>
            <a:ext cx="7929618" cy="6143668"/>
          </a:xfrm>
          <a:prstGeom prst="horizontalScroll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no Pro Caption" pitchFamily="18" charset="0"/>
              </a:rPr>
              <a:t>Ног нет, </a:t>
            </a:r>
          </a:p>
          <a:p>
            <a:pPr algn="ctr"/>
            <a:r>
              <a:rPr lang="ru-RU" sz="6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no Pro Caption" pitchFamily="18" charset="0"/>
              </a:rPr>
              <a:t>по дороге бегут</a:t>
            </a:r>
            <a:endParaRPr lang="ru-RU" sz="6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no Pro Captio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hello_html_68971eb4.jpg"/>
          <p:cNvPicPr>
            <a:picLocks noChangeAspect="1"/>
          </p:cNvPicPr>
          <p:nvPr/>
        </p:nvPicPr>
        <p:blipFill>
          <a:blip r:embed="rId2"/>
          <a:srcRect b="5000"/>
          <a:stretch>
            <a:fillRect/>
          </a:stretch>
        </p:blipFill>
        <p:spPr>
          <a:xfrm>
            <a:off x="842183" y="571480"/>
            <a:ext cx="7620053" cy="54292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Горизонтальный свиток 1"/>
          <p:cNvSpPr/>
          <p:nvPr/>
        </p:nvSpPr>
        <p:spPr>
          <a:xfrm>
            <a:off x="357158" y="357166"/>
            <a:ext cx="8429684" cy="6143668"/>
          </a:xfrm>
          <a:prstGeom prst="horizontalScroll">
            <a:avLst>
              <a:gd name="adj" fmla="val 9942"/>
            </a:avLst>
          </a:prstGeom>
          <a:blipFill>
            <a:blip r:embed="rId3"/>
            <a:tile tx="0" ty="0" sx="100000" sy="100000" flip="none" algn="tl"/>
          </a:blip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indent="-800100" algn="ctr"/>
            <a:r>
              <a:rPr lang="ru-RU" sz="6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no Pro Caption" pitchFamily="18" charset="0"/>
              </a:rPr>
              <a:t>Неживой </a:t>
            </a:r>
          </a:p>
          <a:p>
            <a:pPr marL="800100" indent="-800100" algn="ctr"/>
            <a:r>
              <a:rPr lang="ru-RU" sz="6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no Pro Caption" pitchFamily="18" charset="0"/>
              </a:rPr>
              <a:t>живого носит</a:t>
            </a:r>
            <a:endParaRPr lang="ru-RU" sz="6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no Pro Captio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891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97" y="500042"/>
            <a:ext cx="7502341" cy="564360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Горизонтальный свиток 1"/>
          <p:cNvSpPr/>
          <p:nvPr/>
        </p:nvSpPr>
        <p:spPr>
          <a:xfrm>
            <a:off x="428596" y="357166"/>
            <a:ext cx="8286808" cy="6143668"/>
          </a:xfrm>
          <a:prstGeom prst="horizontalScroll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no Pro Caption" pitchFamily="18" charset="0"/>
              </a:rPr>
              <a:t>Побили, помяли, </a:t>
            </a:r>
          </a:p>
          <a:p>
            <a:pPr algn="ctr"/>
            <a:r>
              <a:rPr lang="ru-RU" sz="6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no Pro Caption" pitchFamily="18" charset="0"/>
              </a:rPr>
              <a:t>на ноги обули</a:t>
            </a:r>
            <a:endParaRPr lang="ru-RU" sz="6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no Pro Captio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Рисунок 20"/>
          <p:cNvPicPr>
            <a:picLocks noChangeAspect="1" noChangeArrowheads="1"/>
          </p:cNvPicPr>
          <p:nvPr/>
        </p:nvPicPr>
        <p:blipFill>
          <a:blip r:embed="rId2"/>
          <a:srcRect l="25079" t="20189" r="10567" b="15141"/>
          <a:stretch>
            <a:fillRect/>
          </a:stretch>
        </p:blipFill>
        <p:spPr bwMode="auto">
          <a:xfrm>
            <a:off x="285720" y="232050"/>
            <a:ext cx="8569367" cy="6439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Рисунок 2" descr="karta - копи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60" y="1"/>
            <a:ext cx="4398823" cy="6572272"/>
          </a:xfrm>
          <a:prstGeom prst="rect">
            <a:avLst/>
          </a:prstGeom>
        </p:spPr>
      </p:pic>
      <p:pic>
        <p:nvPicPr>
          <p:cNvPr id="6" name="Рисунок 5" descr="kluboche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2285992"/>
            <a:ext cx="642942" cy="647920"/>
          </a:xfrm>
          <a:prstGeom prst="rect">
            <a:avLst/>
          </a:prstGeom>
        </p:spPr>
      </p:pic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51526E-6 L -0.16094 0.4759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" y="2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Грахово.wmv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76221" y="357166"/>
            <a:ext cx="8191558" cy="6143668"/>
          </a:xfrm>
          <a:prstGeom prst="rect">
            <a:avLst/>
          </a:prstGeom>
        </p:spPr>
      </p:pic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26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zima-v-rezidencii-baby-yagi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0" y="348594"/>
            <a:ext cx="7847245" cy="61522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wr-720.sh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20" y="571480"/>
            <a:ext cx="8572560" cy="57150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zima-2015-v-rezidencii-baby-yagi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69" y="357166"/>
            <a:ext cx="8286807" cy="62151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72" y="571480"/>
            <a:ext cx="4595818" cy="30562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Рисунок 2" descr="2497621.jpg"/>
          <p:cNvPicPr>
            <a:picLocks noChangeAspect="1"/>
          </p:cNvPicPr>
          <p:nvPr/>
        </p:nvPicPr>
        <p:blipFill>
          <a:blip r:embed="rId3"/>
          <a:srcRect t="11717" b="12123"/>
          <a:stretch>
            <a:fillRect/>
          </a:stretch>
        </p:blipFill>
        <p:spPr>
          <a:xfrm>
            <a:off x="3214678" y="3500438"/>
            <a:ext cx="5492777" cy="27860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rezidenciya-baby-yagi-zima-2017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8" y="642918"/>
            <a:ext cx="8458260" cy="55007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Рисунок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20" y="277585"/>
            <a:ext cx="8572559" cy="6302829"/>
          </a:xfrm>
          <a:prstGeom prst="rect">
            <a:avLst/>
          </a:prstGeom>
        </p:spPr>
      </p:pic>
      <p:pic>
        <p:nvPicPr>
          <p:cNvPr id="4" name="Рисунок 3" descr="karta - копи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298" y="142852"/>
            <a:ext cx="4151118" cy="6202176"/>
          </a:xfrm>
          <a:prstGeom prst="rect">
            <a:avLst/>
          </a:prstGeom>
        </p:spPr>
      </p:pic>
      <p:pic>
        <p:nvPicPr>
          <p:cNvPr id="5" name="Рисунок 4" descr="kluboche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41" y="5429264"/>
            <a:ext cx="714380" cy="707017"/>
          </a:xfrm>
          <a:prstGeom prst="rect">
            <a:avLst/>
          </a:prstGeom>
        </p:spPr>
      </p:pic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32932E-6 L 0.22743 -0.39524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" y="-19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Шаркан.wmv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28596" y="285728"/>
            <a:ext cx="8215370" cy="6250825"/>
          </a:xfrm>
          <a:prstGeom prst="rect">
            <a:avLst/>
          </a:prstGeom>
        </p:spPr>
      </p:pic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8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topoboi.com-28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8" y="357166"/>
            <a:ext cx="8501122" cy="61436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Рисунок 1" descr="1355129150__dsc1177 - копия.jpg"/>
          <p:cNvPicPr>
            <a:picLocks noChangeAspect="1"/>
          </p:cNvPicPr>
          <p:nvPr/>
        </p:nvPicPr>
        <p:blipFill>
          <a:blip r:embed="rId3"/>
          <a:srcRect r="3107" b="1044"/>
          <a:stretch>
            <a:fillRect/>
          </a:stretch>
        </p:blipFill>
        <p:spPr>
          <a:xfrm>
            <a:off x="1571604" y="642918"/>
            <a:ext cx="3826459" cy="53269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Рисунок 4" descr="9454.jpg"/>
          <p:cNvPicPr>
            <a:picLocks noChangeAspect="1"/>
          </p:cNvPicPr>
          <p:nvPr/>
        </p:nvPicPr>
        <p:blipFill>
          <a:blip r:embed="rId4"/>
          <a:srcRect l="31604" t="3774" r="30660" b="5660"/>
          <a:stretch>
            <a:fillRect/>
          </a:stretch>
        </p:blipFill>
        <p:spPr>
          <a:xfrm>
            <a:off x="6286512" y="857232"/>
            <a:ext cx="2143140" cy="321471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elki_snezhinki_doroga_fon_1600x11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6" y="428604"/>
            <a:ext cx="8501122" cy="61436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Рисунок 4" descr="41.jpg"/>
          <p:cNvPicPr>
            <a:picLocks noChangeAspect="1"/>
          </p:cNvPicPr>
          <p:nvPr/>
        </p:nvPicPr>
        <p:blipFill>
          <a:blip r:embed="rId3"/>
          <a:srcRect l="17562" t="2606" r="12192" b="-4258"/>
          <a:stretch>
            <a:fillRect/>
          </a:stretch>
        </p:blipFill>
        <p:spPr>
          <a:xfrm>
            <a:off x="571472" y="1142984"/>
            <a:ext cx="3297138" cy="428628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Администратор\Desktop\Рисунок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02880"/>
            <a:ext cx="8572560" cy="6456661"/>
          </a:xfrm>
          <a:prstGeom prst="rect">
            <a:avLst/>
          </a:prstGeom>
          <a:noFill/>
        </p:spPr>
      </p:pic>
      <p:pic>
        <p:nvPicPr>
          <p:cNvPr id="3" name="Рисунок 2" descr="karta - копи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22" y="0"/>
            <a:ext cx="4444584" cy="6640643"/>
          </a:xfrm>
          <a:prstGeom prst="rect">
            <a:avLst/>
          </a:prstGeom>
        </p:spPr>
      </p:pic>
      <p:pic>
        <p:nvPicPr>
          <p:cNvPr id="6" name="Рисунок 5" descr="kluboche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6" y="2786058"/>
            <a:ext cx="642942" cy="636315"/>
          </a:xfrm>
          <a:prstGeom prst="rect">
            <a:avLst/>
          </a:prstGeom>
        </p:spPr>
      </p:pic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76 -0.04695 L -0.15243 -0.26735 " pathEditMode="relative" ptsTypes="AA">
                                      <p:cBhvr>
                                        <p:cTn id="6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Содержимое 6" descr="1598704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285728"/>
            <a:ext cx="8496876" cy="61193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357166"/>
            <a:ext cx="8183880" cy="500066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ru-RU" sz="3200" cap="all" dirty="0" smtClean="0">
                <a:ln w="0"/>
                <a:solidFill>
                  <a:srgbClr val="990000"/>
                </a:solidFill>
                <a:effectLst>
                  <a:reflection blurRad="12700" stA="50000" endPos="50000" dist="5000" dir="5400000" sy="-100000" rotWithShape="0"/>
                </a:effectLst>
                <a:latin typeface="Arno Pro Caption" pitchFamily="18" charset="0"/>
                <a:cs typeface="Adobe Arabic" pitchFamily="18" charset="-78"/>
              </a:rPr>
              <a:t>Приходите</a:t>
            </a:r>
            <a:r>
              <a:rPr lang="ru-RU" sz="3200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no Pro Caption" pitchFamily="18" charset="0"/>
                <a:cs typeface="Adobe Arabic" pitchFamily="18" charset="-78"/>
              </a:rPr>
              <a:t>  </a:t>
            </a:r>
            <a:r>
              <a:rPr lang="ru-RU" sz="3200" cap="all" dirty="0" smtClean="0">
                <a:ln w="0"/>
                <a:solidFill>
                  <a:srgbClr val="990000"/>
                </a:solidFill>
                <a:effectLst>
                  <a:reflection blurRad="12700" stA="50000" endPos="50000" dist="5000" dir="5400000" sy="-100000" rotWithShape="0"/>
                </a:effectLst>
                <a:latin typeface="Arno Pro Caption" pitchFamily="18" charset="0"/>
                <a:cs typeface="Adobe Arabic" pitchFamily="18" charset="-78"/>
              </a:rPr>
              <a:t>к  нам  еще ! </a:t>
            </a:r>
            <a:endParaRPr lang="ru-RU" sz="3200" cap="all" dirty="0">
              <a:ln w="0"/>
              <a:solidFill>
                <a:srgbClr val="990000"/>
              </a:solidFill>
              <a:effectLst>
                <a:reflection blurRad="12700" stA="50000" endPos="50000" dist="5000" dir="5400000" sy="-100000" rotWithShape="0"/>
              </a:effectLst>
              <a:latin typeface="Arno Pro Caption" pitchFamily="18" charset="0"/>
              <a:cs typeface="Adobe Arabic" pitchFamily="18" charset="-78"/>
            </a:endParaRPr>
          </a:p>
        </p:txBody>
      </p:sp>
      <p:pic>
        <p:nvPicPr>
          <p:cNvPr id="8" name="Содержимое 3" descr="58f7996771c5166a677f0254e4a8a6a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02" y="1214422"/>
            <a:ext cx="3282446" cy="492366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Аспект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Метро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2806</TotalTime>
  <Words>66</Words>
  <PresentationFormat>Экран (4:3)</PresentationFormat>
  <Paragraphs>17</Paragraphs>
  <Slides>24</Slides>
  <Notes>0</Notes>
  <HiddenSlides>0</HiddenSlides>
  <MMClips>5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Аспект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Приходите  к  нам  еще !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Администратор</dc:creator>
  <cp:lastModifiedBy>Администратор</cp:lastModifiedBy>
  <cp:revision>312</cp:revision>
  <dcterms:created xsi:type="dcterms:W3CDTF">2015-01-25T18:53:06Z</dcterms:created>
  <dcterms:modified xsi:type="dcterms:W3CDTF">2020-12-29T18:11:24Z</dcterms:modified>
</cp:coreProperties>
</file>