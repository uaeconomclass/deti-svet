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80" y="-1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1081798\Desktop\фото интеллект-карты с детьми\IMG_20211126_173907.jpg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 rot="10800000">
            <a:off x="-13138" y="-1"/>
            <a:ext cx="9932274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Лист A4 (210x297 мм)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Слайд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1081798</dc:creator>
  <cp:lastModifiedBy>1081798</cp:lastModifiedBy>
  <cp:revision>1</cp:revision>
  <dcterms:created xsi:type="dcterms:W3CDTF">2023-10-05T17:34:24Z</dcterms:created>
  <dcterms:modified xsi:type="dcterms:W3CDTF">2023-10-05T17:35:10Z</dcterms:modified>
</cp:coreProperties>
</file>